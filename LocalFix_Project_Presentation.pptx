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4F46E5"/>
                </a:solidFill>
              </a:defRPr>
            </a:pPr>
            <a:r>
              <a:t>LocalFix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Home Service Booking Platform</a:t>
            </a:r>
          </a:p>
          <a:p>
            <a:r>
              <a:t>Professional &amp; Reliable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Connecting users with elite home service providers.</a:t>
            </a:r>
          </a:p>
          <a:p>
            <a:pPr/>
            <a:r>
              <a:t>Key Objectives:</a:t>
            </a:r>
          </a:p>
          <a:p>
            <a:pPr lvl="1"/>
            <a:r>
              <a:t>• Simplify home maintenance &amp; repairs</a:t>
            </a:r>
          </a:p>
          <a:p>
            <a:pPr lvl="1"/>
            <a:r>
              <a:t>• Provide certified &amp; background-checked professionals</a:t>
            </a:r>
          </a:p>
          <a:p>
            <a:pPr lvl="1"/>
            <a:r>
              <a:t>• Seamless role-based user experience (User, Provider, Admin)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Premium Modern UI with Glassmorphism</a:t>
            </a:r>
          </a:p>
          <a:p>
            <a:pPr/>
            <a:r>
              <a:t>Role-Based Dashboards</a:t>
            </a:r>
          </a:p>
          <a:p>
            <a:pPr/>
            <a:r>
              <a:t>Real-time Service Tracking</a:t>
            </a:r>
          </a:p>
          <a:p>
            <a:pPr/>
            <a:r>
              <a:t>Secure Managed Bookings</a:t>
            </a:r>
          </a:p>
          <a:p>
            <a:pPr/>
            <a:r>
              <a:t>Review &amp; Rating System</a:t>
            </a:r>
          </a:p>
          <a:p>
            <a:pPr/>
            <a:r>
              <a:t>Interactive Admin Control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 interface</a:t>
            </a:r>
          </a:p>
        </p:txBody>
      </p:sp>
      <p:pic>
        <p:nvPicPr>
          <p:cNvPr id="3" name="Picture 2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813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Dashboard</a:t>
            </a:r>
          </a:p>
        </p:txBody>
      </p:sp>
      <p:pic>
        <p:nvPicPr>
          <p:cNvPr id="3" name="Picture 2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813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React, TypeScript, Vite</a:t>
            </a:r>
          </a:p>
          <a:p>
            <a:pPr/>
            <a:r>
              <a:t>Styling: Tailwind CSS, Framer Motion</a:t>
            </a:r>
          </a:p>
          <a:p>
            <a:pPr/>
            <a:r>
              <a:t>State Management: Zustand</a:t>
            </a:r>
          </a:p>
          <a:p>
            <a:pPr/>
            <a:r>
              <a:t>Backend: Node.js, Express</a:t>
            </a:r>
          </a:p>
          <a:p>
            <a:pPr/>
            <a:r>
              <a:t>Database: MongoDB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